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AVL Trees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Balance factor = height(left) - height(right).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Valid balance factors are -1, 0, and 1.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Rotations restore balance after insertion or deletion.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Rotations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LL case: right rotation.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RR case: left rotation.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LR and RL cases require double rotations.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Mock Course Data</dc:creator>
  <cp:lastModifiedBy>Mock Course Data</cp:lastModifiedBy>
  <cp:revision>1</cp:revision>
  <dcterms:created xsi:type="dcterms:W3CDTF">2026-10-29T17:32:00Z</dcterms:created>
  <dcterms:modified xsi:type="dcterms:W3CDTF">2026-10-29T17:32:00Z</dcterms:modified>
</cp:coreProperties>
</file>