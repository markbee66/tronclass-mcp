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CSS Flexbox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105156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display: flex creates a flex formatting context.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justify-content aligns items on the main axis.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align-items aligns items on the cross axis.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Common Properties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105156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flex-direction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gap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flex-wrap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align-content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Mock Course Data</dc:creator>
  <cp:lastModifiedBy>Mock Course Data</cp:lastModifiedBy>
  <cp:revision>1</cp:revision>
  <dcterms:created xsi:type="dcterms:W3CDTF">2026-10-29T17:32:00Z</dcterms:created>
  <dcterms:modified xsi:type="dcterms:W3CDTF">2026-10-29T17:32:00Z</dcterms:modified>
</cp:coreProperties>
</file>